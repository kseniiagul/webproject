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66" r:id="rId8"/>
    <p:sldId id="264" r:id="rId9"/>
    <p:sldId id="265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7272"/>
    <a:srgbClr val="685135"/>
    <a:srgbClr val="BDA07D"/>
    <a:srgbClr val="F5F9F9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5D98384-A536-44D0-B249-ADF52AFFDF0C}" type="datetime1">
              <a:rPr lang="ru-RU" smtClean="0"/>
              <a:t>13.05.2026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E0EF92D-82DD-4142-BCE8-036B91487D2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32CB18AC-6C33-4DD4-AA9B-329306C3CAB0}" type="datetime1">
              <a:rPr lang="ru-RU" smtClean="0"/>
              <a:t>13.05.2026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58EC616-C518-4358-9496-6C33B2F5FA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8EC616-C518-4358-9496-6C33B2F5FA56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91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8EC616-C518-4358-9496-6C33B2F5FA56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764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8EC616-C518-4358-9496-6C33B2F5FA56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4977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8EC616-C518-4358-9496-6C33B2F5FA56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746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8EC616-C518-4358-9496-6C33B2F5FA56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812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58EC616-C518-4358-9496-6C33B2F5FA56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5290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769" y="2683895"/>
            <a:ext cx="5278514" cy="2862225"/>
          </a:xfrm>
          <a:prstGeom prst="rect">
            <a:avLst/>
          </a:prstGeom>
        </p:spPr>
        <p:txBody>
          <a:bodyPr rtlCol="0" anchor="b"/>
          <a:lstStyle>
            <a:lvl1pPr>
              <a:lnSpc>
                <a:spcPct val="100000"/>
              </a:lnSpc>
              <a:defRPr lang="ru-RU" sz="5000" cap="all" spc="2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636" y="5568698"/>
            <a:ext cx="5278514" cy="618142"/>
          </a:xfrm>
          <a:prstGeom prst="rect">
            <a:avLst/>
          </a:prstGeom>
        </p:spPr>
        <p:txBody>
          <a:bodyPr rtlCol="0" anchor="t"/>
          <a:lstStyle>
            <a:lvl1pPr marL="0" indent="0">
              <a:buNone/>
              <a:defRPr lang="ru-RU" sz="2000" b="0" i="0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3875" y="947737"/>
            <a:ext cx="4048124" cy="49625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</p:spTree>
    <p:extLst>
      <p:ext uri="{BB962C8B-B14F-4D97-AF65-F5344CB8AC3E}">
        <p14:creationId xmlns:p14="http://schemas.microsoft.com/office/powerpoint/2010/main" val="21278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4C813-EE84-4C00-BDF7-2FD444FA4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1580" y="942423"/>
            <a:ext cx="4694420" cy="1124392"/>
          </a:xfrm>
          <a:prstGeom prst="rect">
            <a:avLst/>
          </a:prstGeom>
        </p:spPr>
        <p:txBody>
          <a:bodyPr rtlCol="0" anchor="b"/>
          <a:lstStyle>
            <a:lvl1pPr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41FB44AB-9520-4C96-A83D-2FABD15CBE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0587" y="2329867"/>
            <a:ext cx="4058872" cy="3156533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lang="ru-RU" sz="2000" cap="none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6B1A04-4BA1-4FCF-B19E-6A052911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DD33EA-800C-403C-867B-B4178A7C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0285C91D-2914-4BB9-A857-7DFA168C76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83361" y="0"/>
            <a:ext cx="3598052" cy="325810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896BB5-7888-43CA-A76C-BF7DE06DF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83361" y="3599895"/>
            <a:ext cx="3598052" cy="325810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8D158-80CE-4259-AE40-6EC8A07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0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EC8E4-E66E-43DD-B7F9-77510035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7600" y="2921000"/>
            <a:ext cx="4749800" cy="527050"/>
          </a:xfrm>
          <a:prstGeom prst="rect">
            <a:avLst/>
          </a:prstGeom>
        </p:spPr>
        <p:txBody>
          <a:bodyPr rtlCol="0" anchor="b"/>
          <a:lstStyle>
            <a:lvl1pPr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3DA549A2-F99E-46CF-BFF2-0F2D5834E1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492125"/>
            <a:ext cx="4114800" cy="53721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8E76B184-0041-41D4-948C-64DE4AB09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7600" y="3429000"/>
            <a:ext cx="4749800" cy="2129971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ru-RU" sz="1400" cap="none" spc="50" baseline="0">
                <a:latin typeface="+mn-lt"/>
              </a:defRPr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9B09CA-52A5-4AB5-AF1F-8A21941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F5B9A3-008F-4631-AAAD-66E8363F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547ADF-979E-4B05-BD10-4C2F2796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936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ые це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2">
            <a:extLst>
              <a:ext uri="{FF2B5EF4-FFF2-40B4-BE49-F238E27FC236}">
                <a16:creationId xmlns:a16="http://schemas.microsoft.com/office/drawing/2014/main" id="{38C8EB8A-A968-4E47-AE69-9A01E7717E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402" y="598401"/>
            <a:ext cx="9645056" cy="566119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198BF-0DCC-40E9-B9E5-892F3CCF5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978" y="3443968"/>
            <a:ext cx="6022021" cy="882499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tIns="457200" rtlCol="0" anchor="ctr" anchorCtr="0"/>
          <a:lstStyle>
            <a:lvl1pPr>
              <a:defRPr lang="ru-RU" sz="3200" cap="all" spc="2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FAD04F8B-0B18-4B5F-B3A8-8EEDC439F5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9979" y="4326467"/>
            <a:ext cx="6022021" cy="830414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bIns="365760" rtlCol="0" anchor="ctr"/>
          <a:lstStyle>
            <a:lvl1pPr marL="0" indent="0" algn="l">
              <a:buNone/>
              <a:defRPr lang="ru-RU" sz="2000" i="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5930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вартальная производительно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EE33C-7BB8-4644-AC43-EAFCF071A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498928"/>
            <a:ext cx="9972675" cy="567873"/>
          </a:xfrm>
          <a:prstGeom prst="rect">
            <a:avLst/>
          </a:prstGeom>
        </p:spPr>
        <p:txBody>
          <a:bodyPr rtlCol="0"/>
          <a:lstStyle>
            <a:lvl1pPr algn="ct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6A6D30-3C9B-4105-8529-1FC3C479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6CE03B-D3BE-49C6-B2A4-0E17803F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НАЗВАНИЕ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EB961D-2B84-4E52-A71A-1C55CFFD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727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асти ро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AA794-F088-4753-95A0-021064EE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4166"/>
            <a:ext cx="10515600" cy="567873"/>
          </a:xfrm>
          <a:prstGeom prst="rect">
            <a:avLst/>
          </a:prstGeom>
        </p:spPr>
        <p:txBody>
          <a:bodyPr rtlCol="0"/>
          <a:lstStyle>
            <a:lvl1pPr algn="ct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C3E83D-2F76-4F03-9EF6-81DED406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D99F77-FE1A-4CD5-8B1C-50D8981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CA1C4-7C3D-4FAE-B5FC-D235F6D9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948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C8E96375-73CE-4ED7-90B6-293AB27ED0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4E8AED7C-EFC3-4427-AD37-E7AA4AF0C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181910"/>
            <a:ext cx="12192000" cy="3352227"/>
          </a:xfrm>
          <a:custGeom>
            <a:avLst/>
            <a:gdLst>
              <a:gd name="connsiteX0" fmla="*/ 11721830 w 12192000"/>
              <a:gd name="connsiteY0" fmla="*/ 0 h 3352227"/>
              <a:gd name="connsiteX1" fmla="*/ 12192000 w 12192000"/>
              <a:gd name="connsiteY1" fmla="*/ 0 h 3352227"/>
              <a:gd name="connsiteX2" fmla="*/ 12192000 w 12192000"/>
              <a:gd name="connsiteY2" fmla="*/ 3352227 h 3352227"/>
              <a:gd name="connsiteX3" fmla="*/ 11721830 w 12192000"/>
              <a:gd name="connsiteY3" fmla="*/ 3352227 h 3352227"/>
              <a:gd name="connsiteX4" fmla="*/ 0 w 12192000"/>
              <a:gd name="connsiteY4" fmla="*/ 0 h 3352227"/>
              <a:gd name="connsiteX5" fmla="*/ 5525311 w 12192000"/>
              <a:gd name="connsiteY5" fmla="*/ 0 h 3352227"/>
              <a:gd name="connsiteX6" fmla="*/ 5525311 w 12192000"/>
              <a:gd name="connsiteY6" fmla="*/ 3352227 h 3352227"/>
              <a:gd name="connsiteX7" fmla="*/ 0 w 12192000"/>
              <a:gd name="connsiteY7" fmla="*/ 3352227 h 335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352227">
                <a:moveTo>
                  <a:pt x="11721830" y="0"/>
                </a:moveTo>
                <a:lnTo>
                  <a:pt x="12192000" y="0"/>
                </a:lnTo>
                <a:lnTo>
                  <a:pt x="12192000" y="3352227"/>
                </a:lnTo>
                <a:lnTo>
                  <a:pt x="11721830" y="3352227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3352227"/>
                </a:lnTo>
                <a:lnTo>
                  <a:pt x="0" y="335222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rIns="7315200" rtlCol="0" anchor="b"/>
          <a:lstStyle>
            <a:lvl1pPr>
              <a:defRPr lang="ru-RU" sz="3200" cap="all" spc="200" baseline="0" dirty="0"/>
            </a:lvl1pPr>
          </a:lstStyle>
          <a:p>
            <a:pPr marL="0" lvl="0" rtl="0"/>
            <a:r>
              <a:rPr lang="ru-RU"/>
              <a:t>Заголовок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2FF0B66-A4D6-423A-AC8B-48E8CD7DF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534137"/>
            <a:ext cx="12192000" cy="1141953"/>
          </a:xfrm>
          <a:custGeom>
            <a:avLst/>
            <a:gdLst>
              <a:gd name="connsiteX0" fmla="*/ 11721830 w 12192000"/>
              <a:gd name="connsiteY0" fmla="*/ 1 h 1141953"/>
              <a:gd name="connsiteX1" fmla="*/ 12192000 w 12192000"/>
              <a:gd name="connsiteY1" fmla="*/ 1 h 1141953"/>
              <a:gd name="connsiteX2" fmla="*/ 12192000 w 12192000"/>
              <a:gd name="connsiteY2" fmla="*/ 1141953 h 1141953"/>
              <a:gd name="connsiteX3" fmla="*/ 11721830 w 12192000"/>
              <a:gd name="connsiteY3" fmla="*/ 1141953 h 1141953"/>
              <a:gd name="connsiteX4" fmla="*/ 0 w 12192000"/>
              <a:gd name="connsiteY4" fmla="*/ 0 h 1141953"/>
              <a:gd name="connsiteX5" fmla="*/ 5525311 w 12192000"/>
              <a:gd name="connsiteY5" fmla="*/ 0 h 1141953"/>
              <a:gd name="connsiteX6" fmla="*/ 5525311 w 12192000"/>
              <a:gd name="connsiteY6" fmla="*/ 1141952 h 1141953"/>
              <a:gd name="connsiteX7" fmla="*/ 0 w 12192000"/>
              <a:gd name="connsiteY7" fmla="*/ 1141952 h 11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41953">
                <a:moveTo>
                  <a:pt x="11721830" y="1"/>
                </a:moveTo>
                <a:lnTo>
                  <a:pt x="12192000" y="1"/>
                </a:lnTo>
                <a:lnTo>
                  <a:pt x="12192000" y="1141953"/>
                </a:lnTo>
                <a:lnTo>
                  <a:pt x="11721830" y="1141953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1141952"/>
                </a:lnTo>
                <a:lnTo>
                  <a:pt x="0" y="114195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tIns="137160" rIns="6400800" rtlCol="0" anchor="t"/>
          <a:lstStyle>
            <a:lvl1pPr marL="0" indent="0">
              <a:buNone/>
              <a:defRPr lang="ru-RU" sz="2000" b="0" i="0" spc="200" baseline="0" dirty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228600" lvl="0" indent="-228600" rtl="0"/>
            <a:r>
              <a:rPr lang="ru-RU"/>
              <a:t>Щелкните, чтобы добавить имя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C52883E-0EA3-4DCA-BB78-AD84BBE5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1860F9-7B15-486D-B68B-1D5E02F6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0B89DE-8ADC-4391-8EAF-C713EA69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91729D4-A164-47A3-830D-E792BCE699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0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3D2BF-453A-45BE-9E29-EC3F8D9F5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846" y="1487527"/>
            <a:ext cx="2581554" cy="1325563"/>
          </a:xfrm>
          <a:prstGeom prst="rect">
            <a:avLst/>
          </a:prstGeom>
        </p:spPr>
        <p:txBody>
          <a:bodyPr rtlCol="0" anchor="b"/>
          <a:lstStyle>
            <a:lvl1pPr algn="ct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1" name="Рисунок 9">
            <a:extLst>
              <a:ext uri="{FF2B5EF4-FFF2-40B4-BE49-F238E27FC236}">
                <a16:creationId xmlns:a16="http://schemas.microsoft.com/office/drawing/2014/main" id="{C47B8159-559E-42C4-AA5B-7642DE4274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3630" y="677419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52" name="Текст 17">
            <a:extLst>
              <a:ext uri="{FF2B5EF4-FFF2-40B4-BE49-F238E27FC236}">
                <a16:creationId xmlns:a16="http://schemas.microsoft.com/office/drawing/2014/main" id="{9E9FA76D-767D-4F48-9238-F384F4D41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3628" y="2299842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53" name="Текст 17">
            <a:extLst>
              <a:ext uri="{FF2B5EF4-FFF2-40B4-BE49-F238E27FC236}">
                <a16:creationId xmlns:a16="http://schemas.microsoft.com/office/drawing/2014/main" id="{40F2B787-B1D2-493C-ABA2-D6E69C4800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93628" y="2774990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z="1200" b="0" i="0" cap="none" spc="200" baseline="0"/>
            </a:lvl1pPr>
          </a:lstStyle>
          <a:p>
            <a:pPr lvl="0" rtl="0"/>
            <a:r>
              <a:rPr lang="ru-RU"/>
              <a:t>Щелкните заголовок</a:t>
            </a:r>
          </a:p>
        </p:txBody>
      </p:sp>
      <p:sp>
        <p:nvSpPr>
          <p:cNvPr id="54" name="Рисунок 9">
            <a:extLst>
              <a:ext uri="{FF2B5EF4-FFF2-40B4-BE49-F238E27FC236}">
                <a16:creationId xmlns:a16="http://schemas.microsoft.com/office/drawing/2014/main" id="{7FCC4980-412C-49F7-BF30-8693DD9EAC0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31774" y="677419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55" name="Текст 17">
            <a:extLst>
              <a:ext uri="{FF2B5EF4-FFF2-40B4-BE49-F238E27FC236}">
                <a16:creationId xmlns:a16="http://schemas.microsoft.com/office/drawing/2014/main" id="{B9BD60DD-95CB-47D1-9C2F-5ACD388206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1772" y="2299842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56" name="Текст 17">
            <a:extLst>
              <a:ext uri="{FF2B5EF4-FFF2-40B4-BE49-F238E27FC236}">
                <a16:creationId xmlns:a16="http://schemas.microsoft.com/office/drawing/2014/main" id="{19FF93B2-766D-4558-94BE-49F215C0FF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1772" y="2774990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z="1200" b="0" i="0" cap="none" spc="200" baseline="0"/>
            </a:lvl1pPr>
          </a:lstStyle>
          <a:p>
            <a:pPr lvl="0" rtl="0"/>
            <a:r>
              <a:rPr lang="ru-RU"/>
              <a:t>Щелкните заголовок</a:t>
            </a:r>
          </a:p>
        </p:txBody>
      </p:sp>
      <p:sp>
        <p:nvSpPr>
          <p:cNvPr id="57" name="Рисунок 9">
            <a:extLst>
              <a:ext uri="{FF2B5EF4-FFF2-40B4-BE49-F238E27FC236}">
                <a16:creationId xmlns:a16="http://schemas.microsoft.com/office/drawing/2014/main" id="{F16F9FCC-4EE2-4D18-8257-694E9C80F54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93630" y="3250138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58" name="Текст 17">
            <a:extLst>
              <a:ext uri="{FF2B5EF4-FFF2-40B4-BE49-F238E27FC236}">
                <a16:creationId xmlns:a16="http://schemas.microsoft.com/office/drawing/2014/main" id="{F434B9BC-2EC7-4433-BAA8-039EB5BED5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93628" y="4872561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59" name="Текст 17">
            <a:extLst>
              <a:ext uri="{FF2B5EF4-FFF2-40B4-BE49-F238E27FC236}">
                <a16:creationId xmlns:a16="http://schemas.microsoft.com/office/drawing/2014/main" id="{6F08FB05-53FB-4C19-A35C-592C4DFDF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3628" y="5347709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i="0" cap="none" spc="200" baseline="0"/>
            </a:lvl1pPr>
          </a:lstStyle>
          <a:p>
            <a:pPr lvl="0" rtl="0"/>
            <a:r>
              <a:rPr lang="ru-RU"/>
              <a:t>Щелкните заголовок</a:t>
            </a:r>
          </a:p>
        </p:txBody>
      </p:sp>
      <p:sp>
        <p:nvSpPr>
          <p:cNvPr id="60" name="Рисунок 9">
            <a:extLst>
              <a:ext uri="{FF2B5EF4-FFF2-40B4-BE49-F238E27FC236}">
                <a16:creationId xmlns:a16="http://schemas.microsoft.com/office/drawing/2014/main" id="{9589D7D2-07DF-415C-A139-E911869A1BC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431774" y="3250138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61" name="Текст 17">
            <a:extLst>
              <a:ext uri="{FF2B5EF4-FFF2-40B4-BE49-F238E27FC236}">
                <a16:creationId xmlns:a16="http://schemas.microsoft.com/office/drawing/2014/main" id="{E622F2E3-2C07-4ABC-A803-40361BBB73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31772" y="4872561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62" name="Текст 17">
            <a:extLst>
              <a:ext uri="{FF2B5EF4-FFF2-40B4-BE49-F238E27FC236}">
                <a16:creationId xmlns:a16="http://schemas.microsoft.com/office/drawing/2014/main" id="{B505FD93-2404-46B6-9EE0-9CABFC5233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31772" y="5347709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z="1200" b="0" i="0" cap="none" spc="200" baseline="0"/>
            </a:lvl1pPr>
          </a:lstStyle>
          <a:p>
            <a:pPr lvl="0" rtl="0"/>
            <a:r>
              <a:rPr lang="ru-RU"/>
              <a:t>Щелкните заголовок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0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116A5-69B8-43BF-B141-AC2A4B6CE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217" y="1207697"/>
            <a:ext cx="2970156" cy="1622912"/>
          </a:xfrm>
          <a:prstGeom prst="rect">
            <a:avLst/>
          </a:prstGeom>
        </p:spPr>
        <p:txBody>
          <a:bodyPr rtlCol="0" anchor="b"/>
          <a:lstStyle>
            <a:lvl1pPr algn="ct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D283EBF-8FBA-4A7A-9DCE-23E0BF7F6A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80553" y="1153717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48D76D02-A6E3-446F-B85B-CAD9ED0641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1733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90954B1A-CAD7-4645-A1B3-1A5EFD54C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1733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D517EAC0-89E0-4247-B048-92F65C868A7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891925" y="1153717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11" name="Текст 17">
            <a:extLst>
              <a:ext uri="{FF2B5EF4-FFF2-40B4-BE49-F238E27FC236}">
                <a16:creationId xmlns:a16="http://schemas.microsoft.com/office/drawing/2014/main" id="{7F5710E0-5399-4C8A-9D92-390195CB6F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63105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12" name="Текст 17">
            <a:extLst>
              <a:ext uri="{FF2B5EF4-FFF2-40B4-BE49-F238E27FC236}">
                <a16:creationId xmlns:a16="http://schemas.microsoft.com/office/drawing/2014/main" id="{019883F1-27DD-46A1-AD71-3AE1425600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63105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29" name="Рисунок 9">
            <a:extLst>
              <a:ext uri="{FF2B5EF4-FFF2-40B4-BE49-F238E27FC236}">
                <a16:creationId xmlns:a16="http://schemas.microsoft.com/office/drawing/2014/main" id="{7847BEB8-AC95-445E-AFB4-34B7658BB99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003297" y="1153717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14" name="Текст 17">
            <a:extLst>
              <a:ext uri="{FF2B5EF4-FFF2-40B4-BE49-F238E27FC236}">
                <a16:creationId xmlns:a16="http://schemas.microsoft.com/office/drawing/2014/main" id="{82B5CAB5-1932-4DC0-BBBD-8ABA7C5D5D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4476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15" name="Текст 17">
            <a:extLst>
              <a:ext uri="{FF2B5EF4-FFF2-40B4-BE49-F238E27FC236}">
                <a16:creationId xmlns:a16="http://schemas.microsoft.com/office/drawing/2014/main" id="{E248F87C-2911-41CB-A4BD-6ECD4E13B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74476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37" name="Рисунок 9">
            <a:extLst>
              <a:ext uri="{FF2B5EF4-FFF2-40B4-BE49-F238E27FC236}">
                <a16:creationId xmlns:a16="http://schemas.microsoft.com/office/drawing/2014/main" id="{7B6B3681-1E21-44DA-AADA-F5E638A87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114667" y="1153717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33" name="Текст 17">
            <a:extLst>
              <a:ext uri="{FF2B5EF4-FFF2-40B4-BE49-F238E27FC236}">
                <a16:creationId xmlns:a16="http://schemas.microsoft.com/office/drawing/2014/main" id="{2D88AD4B-15C6-42C2-B9A5-BD645DA67D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85846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D79E337C-DD94-4BC6-9F28-69AC04CD2B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85846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30" name="Рисунок 9">
            <a:extLst>
              <a:ext uri="{FF2B5EF4-FFF2-40B4-BE49-F238E27FC236}">
                <a16:creationId xmlns:a16="http://schemas.microsoft.com/office/drawing/2014/main" id="{B50A84FF-F66B-4AB8-837C-E3025F19E9C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780553" y="3614936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17" name="Текст 17">
            <a:extLst>
              <a:ext uri="{FF2B5EF4-FFF2-40B4-BE49-F238E27FC236}">
                <a16:creationId xmlns:a16="http://schemas.microsoft.com/office/drawing/2014/main" id="{540D9937-87C5-40B3-86E6-F1CBFCA40C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51733" y="4767397"/>
            <a:ext cx="2069691" cy="47640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20" name="Текст 17">
            <a:extLst>
              <a:ext uri="{FF2B5EF4-FFF2-40B4-BE49-F238E27FC236}">
                <a16:creationId xmlns:a16="http://schemas.microsoft.com/office/drawing/2014/main" id="{C81570DE-3568-4F16-9DF8-269B29DDE6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733" y="5242840"/>
            <a:ext cx="2069691" cy="69719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31" name="Рисунок 9">
            <a:extLst>
              <a:ext uri="{FF2B5EF4-FFF2-40B4-BE49-F238E27FC236}">
                <a16:creationId xmlns:a16="http://schemas.microsoft.com/office/drawing/2014/main" id="{41C26642-ECFF-4F11-B242-BBBA5D672DA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91925" y="3614936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22" name="Текст 17">
            <a:extLst>
              <a:ext uri="{FF2B5EF4-FFF2-40B4-BE49-F238E27FC236}">
                <a16:creationId xmlns:a16="http://schemas.microsoft.com/office/drawing/2014/main" id="{5E4E35F3-EC7A-489D-985F-0CA9F0402B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63105" y="4768651"/>
            <a:ext cx="2069691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23" name="Текст 17">
            <a:extLst>
              <a:ext uri="{FF2B5EF4-FFF2-40B4-BE49-F238E27FC236}">
                <a16:creationId xmlns:a16="http://schemas.microsoft.com/office/drawing/2014/main" id="{55AFBE6C-8E28-48EC-8798-5E463B8E47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3105" y="5243800"/>
            <a:ext cx="2069691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32" name="Рисунок 9">
            <a:extLst>
              <a:ext uri="{FF2B5EF4-FFF2-40B4-BE49-F238E27FC236}">
                <a16:creationId xmlns:a16="http://schemas.microsoft.com/office/drawing/2014/main" id="{BCC40003-8966-4A03-9C79-EB95966FFE0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3297" y="3614936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25" name="Текст 17">
            <a:extLst>
              <a:ext uri="{FF2B5EF4-FFF2-40B4-BE49-F238E27FC236}">
                <a16:creationId xmlns:a16="http://schemas.microsoft.com/office/drawing/2014/main" id="{023FE51B-CC62-42E7-BCF7-123DB0B924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74476" y="4768651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26" name="Текст 17">
            <a:extLst>
              <a:ext uri="{FF2B5EF4-FFF2-40B4-BE49-F238E27FC236}">
                <a16:creationId xmlns:a16="http://schemas.microsoft.com/office/drawing/2014/main" id="{3CA6C07A-2E37-4897-AF99-5152B241E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74476" y="5243800"/>
            <a:ext cx="2069690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38" name="Рисунок 9">
            <a:extLst>
              <a:ext uri="{FF2B5EF4-FFF2-40B4-BE49-F238E27FC236}">
                <a16:creationId xmlns:a16="http://schemas.microsoft.com/office/drawing/2014/main" id="{026B0125-C5D1-4397-BA37-9D1FCB7DA71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114667" y="3614936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35" name="Текст 17">
            <a:extLst>
              <a:ext uri="{FF2B5EF4-FFF2-40B4-BE49-F238E27FC236}">
                <a16:creationId xmlns:a16="http://schemas.microsoft.com/office/drawing/2014/main" id="{A57BE95A-45E1-4F78-9162-0D9005657D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85846" y="4768651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36" name="Текст 17">
            <a:extLst>
              <a:ext uri="{FF2B5EF4-FFF2-40B4-BE49-F238E27FC236}">
                <a16:creationId xmlns:a16="http://schemas.microsoft.com/office/drawing/2014/main" id="{EF2F2B86-E2A2-406A-9EED-2FBD6601798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85846" y="5243800"/>
            <a:ext cx="2069690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ru-RU" sz="1100" b="0" i="0" cap="none" spc="200" baseline="0"/>
            </a:lvl1pPr>
          </a:lstStyle>
          <a:p>
            <a:pPr lvl="0" rtl="0"/>
            <a:r>
              <a:rPr lang="ru-RU"/>
              <a:t>Заголовок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77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уск продукта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8101351-79F8-4AD7-A22B-E7AFB1C69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09A49BC-8099-40DE-8210-5A1CBAA42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7872"/>
          </a:xfrm>
          <a:prstGeom prst="rect">
            <a:avLst/>
          </a:prstGeom>
        </p:spPr>
        <p:txBody>
          <a:bodyPr rtlCol="0"/>
          <a:lstStyle>
            <a:lvl1pPr algn="ct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5B7BBE6-4278-4E33-9044-72A2E0C0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564" y="1585733"/>
            <a:ext cx="2065188" cy="3995918"/>
          </a:xfrm>
          <a:prstGeom prst="rect">
            <a:avLst/>
          </a:prstGeom>
          <a:solidFill>
            <a:srgbClr val="3E7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0E549E-0E7C-4599-B51C-97AA7E52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2832" y="1585733"/>
            <a:ext cx="2065188" cy="3995918"/>
          </a:xfrm>
          <a:prstGeom prst="rect">
            <a:avLst/>
          </a:prstGeom>
          <a:solidFill>
            <a:srgbClr val="93A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F7C507F-AD4D-47B6-88C3-C1D0154FB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3405" y="1585733"/>
            <a:ext cx="2065188" cy="3995918"/>
          </a:xfrm>
          <a:prstGeom prst="rect">
            <a:avLst/>
          </a:prstGeom>
          <a:solidFill>
            <a:srgbClr val="6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0266B1-BBD1-44C0-8D4C-4E651D32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3980" y="1585733"/>
            <a:ext cx="2065188" cy="3995918"/>
          </a:xfrm>
          <a:prstGeom prst="rect">
            <a:avLst/>
          </a:prstGeom>
          <a:solidFill>
            <a:srgbClr val="BDA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71BB1CE-E3FA-4E7F-A54B-3FB67509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1052" y="1585733"/>
            <a:ext cx="2065188" cy="3995918"/>
          </a:xfrm>
          <a:prstGeom prst="rect">
            <a:avLst/>
          </a:prstGeom>
          <a:solidFill>
            <a:srgbClr val="685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5D11F63-A3DB-4EB1-9148-6E8C6678D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7843" y="2434147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ru-RU" sz="2000" cap="all" normalizeH="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96E63495-7407-4360-95F6-82D0C6881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843" y="3267049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3A879552-0B9C-48EC-8D07-A24DB252D6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52111" y="2443870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ru-RU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8337BD60-5C54-4FEC-A9D6-5C29EB947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2111" y="3276772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4" name="Текст 22">
            <a:extLst>
              <a:ext uri="{FF2B5EF4-FFF2-40B4-BE49-F238E27FC236}">
                <a16:creationId xmlns:a16="http://schemas.microsoft.com/office/drawing/2014/main" id="{25F7073D-87C3-473A-9A04-748C3F6826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2684" y="2434147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ru-RU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5" name="Текст 22">
            <a:extLst>
              <a:ext uri="{FF2B5EF4-FFF2-40B4-BE49-F238E27FC236}">
                <a16:creationId xmlns:a16="http://schemas.microsoft.com/office/drawing/2014/main" id="{5CB2BF3B-6E9D-4A28-A938-C9CC9E4964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2684" y="3267049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94E179CD-2F9C-44FA-813E-253ACC4A97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3259" y="2443870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ru-RU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34D58360-D7DD-4F33-A29E-5F4835C2DC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13259" y="3276772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AA5A81E7-83B9-4A30-9A57-98FFF27160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30331" y="2434147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ru-RU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C45C6D3E-88B9-42D5-9A94-6D2B9CA3CD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30331" y="3267049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43D60E-3024-42AA-9CF9-A44192AE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82FBC6-68D1-4570-A549-C4A925FB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E1DC1F-6117-4AB4-9BF1-878D4F82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453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78B9A4D3-8D91-4865-B422-5F60885A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592874" y="3684898"/>
            <a:ext cx="9006253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CDAF5-DEB9-4A0C-9165-6ED23184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5435"/>
          </a:xfrm>
          <a:prstGeom prst="rect">
            <a:avLst/>
          </a:prstGeom>
        </p:spPr>
        <p:txBody>
          <a:bodyPr rtlCol="0"/>
          <a:lstStyle>
            <a:lvl1pPr algn="ct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5FEA1AD-EC70-422F-BADD-FCA14BF9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8750" y="3520775"/>
            <a:ext cx="328246" cy="328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C84996E-63EA-4C88-816A-3AE158B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80314" y="3520775"/>
            <a:ext cx="328246" cy="3282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CA09893-F9A1-4FA2-A462-C1C443EC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31878" y="3520775"/>
            <a:ext cx="328246" cy="32824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9FBC17-744B-4367-90B4-20C9CDBD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3442" y="3520775"/>
            <a:ext cx="328246" cy="32824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FD6CCE-53EA-424C-A29B-35A77F7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35004" y="3520775"/>
            <a:ext cx="328246" cy="328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1ADC218-9303-4431-8BD2-4D5F9C19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296438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F724929-97F8-4988-BD69-D86CAA69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1" y="2964383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80FEF08-1FB7-46B4-AB6B-D672A96A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99127" y="2964383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Текст 22">
            <a:extLst>
              <a:ext uri="{FF2B5EF4-FFF2-40B4-BE49-F238E27FC236}">
                <a16:creationId xmlns:a16="http://schemas.microsoft.com/office/drawing/2014/main" id="{8BA510CE-108D-434A-9BE7-BE6712175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1627860"/>
            <a:ext cx="2251564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800" cap="all" baseline="0">
                <a:solidFill>
                  <a:schemeClr val="tx2"/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00414708-82D0-44BF-8CBD-2D165A385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135346"/>
            <a:ext cx="2251564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272F07D4-1C66-4FA2-8361-FC6267F17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0216" y="1637385"/>
            <a:ext cx="2251564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800" cap="all" baseline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432C0CF3-19F3-4C10-9EEC-BA5E5F3FD2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70216" y="2144871"/>
            <a:ext cx="2251564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1" name="Текст 22">
            <a:extLst>
              <a:ext uri="{FF2B5EF4-FFF2-40B4-BE49-F238E27FC236}">
                <a16:creationId xmlns:a16="http://schemas.microsoft.com/office/drawing/2014/main" id="{4A3A0AFC-7EB9-4059-8C59-C42379BA92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3340" y="1637385"/>
            <a:ext cx="2251564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800" cap="all" baseline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417F27A8-21AF-48E6-8A67-65C9920A30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3340" y="2144871"/>
            <a:ext cx="2251564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F26C8D2A-15B8-4AB1-83F7-74DB0A35C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6736" y="4400252"/>
            <a:ext cx="2251562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800" cap="all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4" name="Текст 22">
            <a:extLst>
              <a:ext uri="{FF2B5EF4-FFF2-40B4-BE49-F238E27FC236}">
                <a16:creationId xmlns:a16="http://schemas.microsoft.com/office/drawing/2014/main" id="{07311D06-DEA1-4811-AC58-E3B935DC5A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6736" y="4917263"/>
            <a:ext cx="2251562" cy="79556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5" name="Текст 22">
            <a:extLst>
              <a:ext uri="{FF2B5EF4-FFF2-40B4-BE49-F238E27FC236}">
                <a16:creationId xmlns:a16="http://schemas.microsoft.com/office/drawing/2014/main" id="{23AC1CF6-E394-4A35-A634-F187E005A4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1784" y="4400252"/>
            <a:ext cx="2251562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ru-RU" sz="1800" cap="all" baseline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9F72BEB0-9B11-4205-B9FC-10E5201C8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1784" y="4917263"/>
            <a:ext cx="2251562" cy="79556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ru-RU" sz="1400" spc="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/>
              <a:t>Добавьте текст</a:t>
            </a:r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0E574CD7-C8A6-4F56-81B4-F72FB22E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4471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50FC7994-2504-4FF9-81F5-24405FEF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4756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Дата 2">
            <a:extLst>
              <a:ext uri="{FF2B5EF4-FFF2-40B4-BE49-F238E27FC236}">
                <a16:creationId xmlns:a16="http://schemas.microsoft.com/office/drawing/2014/main" id="{DC4F63B8-F105-4AC4-889E-C12790C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3AAE30-8A46-485A-BD2B-6ADB185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159F9D-CDA1-4B51-B521-C243219B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83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толб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648F598-64F2-429E-B3E0-FC31DC90A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9956"/>
            <a:ext cx="10515600" cy="726137"/>
          </a:xfrm>
          <a:prstGeom prst="rect">
            <a:avLst/>
          </a:prstGeom>
        </p:spPr>
        <p:txBody>
          <a:bodyPr rtlCol="0" anchor="ctr"/>
          <a:lstStyle>
            <a:lvl1pPr algn="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B9DAAC-E781-43E6-913C-893B8D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1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1C78864A-44CD-4C12-B023-C16330014B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7759" y="2063838"/>
            <a:ext cx="4626764" cy="42236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ru-RU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подзаголовок здесь </a:t>
            </a:r>
          </a:p>
        </p:txBody>
      </p:sp>
      <p:sp>
        <p:nvSpPr>
          <p:cNvPr id="11" name="Текст 17">
            <a:extLst>
              <a:ext uri="{FF2B5EF4-FFF2-40B4-BE49-F238E27FC236}">
                <a16:creationId xmlns:a16="http://schemas.microsoft.com/office/drawing/2014/main" id="{6D9CE0F4-78C6-4BD6-9C58-FDFC16FF09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7551" y="2486203"/>
            <a:ext cx="4626293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ru-RU" sz="1400" spc="50" baseline="0"/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B499BD94-B24B-4B23-9B87-81DF413EA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1708" y="2063837"/>
            <a:ext cx="4626763" cy="42236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ru-RU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подзаголовок здесь </a:t>
            </a:r>
          </a:p>
        </p:txBody>
      </p:sp>
      <p:sp>
        <p:nvSpPr>
          <p:cNvPr id="12" name="Текст 17">
            <a:extLst>
              <a:ext uri="{FF2B5EF4-FFF2-40B4-BE49-F238E27FC236}">
                <a16:creationId xmlns:a16="http://schemas.microsoft.com/office/drawing/2014/main" id="{6BC5A941-8EB4-4D4B-9671-6B8FA6447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2188" y="2486202"/>
            <a:ext cx="4626293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ru-RU" sz="1400" spc="50" baseline="0"/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4E3392-5868-4F6C-BFCC-ECCB66A3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D975EE-261C-47D3-A9E5-7401C70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7BB3A-38A2-4A8E-88C2-55FAE758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917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толбц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B3E9C-104B-4460-A48D-0C2C5329B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0431"/>
            <a:ext cx="10515600" cy="726137"/>
          </a:xfrm>
          <a:prstGeom prst="rect">
            <a:avLst/>
          </a:prstGeom>
        </p:spPr>
        <p:txBody>
          <a:bodyPr rtlCol="0" anchor="ctr"/>
          <a:lstStyle>
            <a:lvl1pPr algn="r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16DDC2F-7D33-44CF-9D9F-B342720B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0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Текст 14">
            <a:extLst>
              <a:ext uri="{FF2B5EF4-FFF2-40B4-BE49-F238E27FC236}">
                <a16:creationId xmlns:a16="http://schemas.microsoft.com/office/drawing/2014/main" id="{9A8189FC-92D4-447F-BE75-86F13BA33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140" y="2063838"/>
            <a:ext cx="3515704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ru-RU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подзаголовок здесь </a:t>
            </a:r>
          </a:p>
        </p:txBody>
      </p:sp>
      <p:sp>
        <p:nvSpPr>
          <p:cNvPr id="14" name="Текст 17">
            <a:extLst>
              <a:ext uri="{FF2B5EF4-FFF2-40B4-BE49-F238E27FC236}">
                <a16:creationId xmlns:a16="http://schemas.microsoft.com/office/drawing/2014/main" id="{4FDAEC9F-05AF-4D5D-AD2C-537FF767ED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932" y="2523933"/>
            <a:ext cx="3515346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ru-RU" sz="1400" spc="50" baseline="0"/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2492CECA-D20C-47AF-A75A-44DFDE74D8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9790" y="2063838"/>
            <a:ext cx="3515704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ru-RU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подзаголовок здесь </a:t>
            </a:r>
          </a:p>
        </p:txBody>
      </p:sp>
      <p:sp>
        <p:nvSpPr>
          <p:cNvPr id="23" name="Текст 17">
            <a:extLst>
              <a:ext uri="{FF2B5EF4-FFF2-40B4-BE49-F238E27FC236}">
                <a16:creationId xmlns:a16="http://schemas.microsoft.com/office/drawing/2014/main" id="{EEF915A4-555A-4718-876D-625A85FAB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582" y="2523933"/>
            <a:ext cx="3515346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ru-RU" sz="1400" spc="50" baseline="0"/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26" name="Текст 14">
            <a:extLst>
              <a:ext uri="{FF2B5EF4-FFF2-40B4-BE49-F238E27FC236}">
                <a16:creationId xmlns:a16="http://schemas.microsoft.com/office/drawing/2014/main" id="{7458D237-AB82-4392-B182-AAF3694FDB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5874" y="2063838"/>
            <a:ext cx="3515704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ru-RU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подзаголовок здесь </a:t>
            </a:r>
          </a:p>
        </p:txBody>
      </p:sp>
      <p:sp>
        <p:nvSpPr>
          <p:cNvPr id="27" name="Текст 17">
            <a:extLst>
              <a:ext uri="{FF2B5EF4-FFF2-40B4-BE49-F238E27FC236}">
                <a16:creationId xmlns:a16="http://schemas.microsoft.com/office/drawing/2014/main" id="{AAA9CCE2-427A-46C0-A79B-0D01E8888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5666" y="2523933"/>
            <a:ext cx="3515346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ru-RU" sz="1400" spc="50" baseline="0"/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5A30FE-146C-418D-B68F-9EBB829D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CBBE8-05C6-4946-80F5-DE319A6F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2839E0-080F-4A5D-99FB-FD1917E7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78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C65D0-3E91-45C0-BC6C-CC7BFE58B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800" y="3429000"/>
            <a:ext cx="3097320" cy="978408"/>
          </a:xfrm>
          <a:prstGeom prst="rect">
            <a:avLst/>
          </a:prstGeom>
        </p:spPr>
        <p:txBody>
          <a:bodyPr rtlCol="0" anchor="ctr"/>
          <a:lstStyle>
            <a:lvl1pPr algn="l"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651A5D-2C86-4900-A248-8559E39BD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0510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D5F84479-AB5A-4587-BAAF-A05E52224B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700" y="2854660"/>
            <a:ext cx="4749800" cy="2129971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ru-RU" sz="1400" cap="none" spc="50" baseline="0">
                <a:latin typeface="+mn-lt"/>
              </a:defRPr>
            </a:lvl1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3D8D3253-3A08-4F2F-B6B3-607BBC6B3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788241"/>
            <a:ext cx="12192000" cy="106976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B75CEA-DDFB-4C62-B83F-6A0B86F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425E30-50C5-42DD-911D-36C0E73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88C855-986C-4539-81CE-5421C8EB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91729D4-A164-47A3-830D-E792BCE699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2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8F63EB3-EB79-4150-A7A5-F6756627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237" y="1096375"/>
            <a:ext cx="4045527" cy="1590790"/>
          </a:xfrm>
          <a:prstGeom prst="rect">
            <a:avLst/>
          </a:prstGeom>
        </p:spPr>
        <p:txBody>
          <a:bodyPr rtlCol="0" anchor="b"/>
          <a:lstStyle>
            <a:lvl1pPr>
              <a:defRPr lang="ru-RU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289D0B50-E879-41B9-9B1B-EBB40605D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51274"/>
            <a:ext cx="2743201" cy="474756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EB4D3EE7-1F3B-4AAB-A04D-3162C35A1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7354" y="2910720"/>
            <a:ext cx="4011410" cy="2061261"/>
          </a:xfrm>
          <a:prstGeom prst="rect">
            <a:avLst/>
          </a:prstGeom>
        </p:spPr>
        <p:txBody>
          <a:bodyPr rtlCol="0" anchor="t"/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lang="ru-RU" sz="2000" b="0" i="0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ru-RU"/>
              <a:t>Щелкните, чтобы добавить имя</a:t>
            </a:r>
          </a:p>
        </p:txBody>
      </p: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2A57A12F-74B8-4CBC-816C-F2AC890D1B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48800" y="951274"/>
            <a:ext cx="2743200" cy="474756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ru-RU" spc="400" baseline="0"/>
            </a:lvl1pPr>
          </a:lstStyle>
          <a:p>
            <a:pPr rtl="0"/>
            <a:r>
              <a:rPr lang="ru-RU"/>
              <a:t>Щелкните, чтобы добавить фотографию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A19A048-F803-428B-9A66-6DE56F4D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42CDA7-93A6-45DB-9062-E70E51AC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F08F63-561A-455E-8ED8-20CCE58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959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91729D4-A164-47A3-830D-E792BCE699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64" r:id="rId11"/>
    <p:sldLayoutId id="2147483658" r:id="rId12"/>
    <p:sldLayoutId id="2147483659" r:id="rId13"/>
    <p:sldLayoutId id="2147483660" r:id="rId14"/>
    <p:sldLayoutId id="2147483661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3D64C50-A740-468A-8AB6-F949358D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61" y="947737"/>
            <a:ext cx="5278514" cy="2862225"/>
          </a:xfrm>
        </p:spPr>
        <p:txBody>
          <a:bodyPr rtlCol="0"/>
          <a:lstStyle>
            <a:defPPr>
              <a:defRPr lang="ru-RU"/>
            </a:defPPr>
          </a:lstStyle>
          <a:p>
            <a:pPr algn="r" rtl="0"/>
            <a:r>
              <a:rPr lang="ru-RU" dirty="0"/>
              <a:t>Проект</a:t>
            </a:r>
            <a:br>
              <a:rPr lang="ru-RU" dirty="0"/>
            </a:br>
            <a:r>
              <a:rPr lang="en-US" dirty="0"/>
              <a:t>“Export Note”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F94A06-38B8-4C8F-ABF0-FB763704D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3661" y="4758120"/>
            <a:ext cx="5278514" cy="115214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Ксения Гулова</a:t>
            </a:r>
          </a:p>
          <a:p>
            <a:pPr rtl="0"/>
            <a:r>
              <a:rPr lang="ru-RU" dirty="0"/>
              <a:t>Алёна Быкова</a:t>
            </a:r>
          </a:p>
          <a:p>
            <a:pPr rtl="0"/>
            <a:r>
              <a:rPr lang="ru-RU" dirty="0"/>
              <a:t>Арина Минина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06CDEB7-77E8-4351-9B76-07896E73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6075" y="0"/>
            <a:ext cx="28956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A01D6B3-4D44-4C97-2206-385210DFE93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9213" r="9213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6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Заголовок 26">
            <a:extLst>
              <a:ext uri="{FF2B5EF4-FFF2-40B4-BE49-F238E27FC236}">
                <a16:creationId xmlns:a16="http://schemas.microsoft.com/office/drawing/2014/main" id="{F3F083B8-4B95-4C15-B710-4BC526A23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580" y="942423"/>
            <a:ext cx="4694420" cy="112439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000" b="1" dirty="0"/>
              <a:t>Идея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38E3964-EE54-4BDC-A0A3-DC7D197FFB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0587" y="2329867"/>
            <a:ext cx="4058872" cy="3156533"/>
          </a:xfrm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50000"/>
              </a:lnSpc>
            </a:pPr>
            <a:r>
              <a:rPr lang="ru-RU" dirty="0"/>
              <a:t>Аналог заметок с возможностью экспорта в </a:t>
            </a:r>
            <a:r>
              <a:rPr lang="en-US" dirty="0"/>
              <a:t>MD, HTML, TXT. </a:t>
            </a:r>
            <a:endParaRPr lang="ru-RU" dirty="0"/>
          </a:p>
          <a:p>
            <a:pPr rtl="0">
              <a:lnSpc>
                <a:spcPct val="150000"/>
              </a:lnSpc>
            </a:pPr>
            <a:r>
              <a:rPr lang="ru-RU" dirty="0"/>
              <a:t>Особенность: можно получить доступ к своим заметкам через </a:t>
            </a:r>
            <a:r>
              <a:rPr lang="en-US" dirty="0"/>
              <a:t>REST API.</a:t>
            </a:r>
            <a:endParaRPr 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C15C08D0-D6EE-4AF3-849A-12E06451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2026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CBF0FB-0046-4D3C-AC29-2382CF05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Export Note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FE626F-057D-4E99-A748-F977659F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788D37-D08E-68E5-DD1B-73F31D2C5A3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4722" b="4722"/>
          <a:stretch/>
        </p:blipFill>
        <p:spPr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E336C2-BA98-0DD0-C9B9-E8CE30AAD0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9566" r="6800"/>
          <a:stretch>
            <a:fillRect/>
          </a:stretch>
        </p:blipFill>
        <p:spPr>
          <a:xfrm>
            <a:off x="6794843" y="3280807"/>
            <a:ext cx="4375087" cy="325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4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E8D036FB-049F-42B9-8221-9EAE4768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70497"/>
            <a:ext cx="4749800" cy="52705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000" b="1" dirty="0"/>
              <a:t>Функционал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558E8B1-0215-4BC8-AF46-4F9A87F2AE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5700" y="1843151"/>
            <a:ext cx="4749800" cy="3749040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 rtl="0">
              <a:buAutoNum type="arabicPeriod"/>
            </a:pPr>
            <a:r>
              <a:rPr lang="ru-RU" sz="1800" dirty="0"/>
              <a:t>Все функции заметок доступны только после авторизации пользователя.</a:t>
            </a:r>
          </a:p>
          <a:p>
            <a:pPr marL="342900" indent="-342900" rtl="0">
              <a:buAutoNum type="arabicPeriod"/>
            </a:pPr>
            <a:r>
              <a:rPr lang="ru-RU" sz="1800" dirty="0"/>
              <a:t>Заметки можно редактировать, удалять и экспортировать (</a:t>
            </a:r>
            <a:r>
              <a:rPr lang="en-US" sz="1800" dirty="0"/>
              <a:t>md, html, txt). </a:t>
            </a:r>
          </a:p>
          <a:p>
            <a:pPr marL="342900" indent="-342900" rtl="0">
              <a:buAutoNum type="arabicPeriod"/>
            </a:pPr>
            <a:r>
              <a:rPr lang="ru-RU" sz="1800" dirty="0"/>
              <a:t>К заметке есть возможность прикрепить файл</a:t>
            </a:r>
            <a:r>
              <a:rPr lang="en-US" sz="1800" dirty="0"/>
              <a:t>/</a:t>
            </a:r>
            <a:r>
              <a:rPr lang="ru-RU" sz="1800" dirty="0"/>
              <a:t>-ы.</a:t>
            </a:r>
          </a:p>
          <a:p>
            <a:pPr marL="342900" indent="-342900" rtl="0">
              <a:buAutoNum type="arabicPeriod"/>
            </a:pPr>
            <a:r>
              <a:rPr lang="ru-RU" sz="1800" dirty="0"/>
              <a:t>Автоматизированная работа с заметками через </a:t>
            </a:r>
            <a:r>
              <a:rPr lang="en-US" sz="1800" dirty="0"/>
              <a:t>Rest Api</a:t>
            </a:r>
            <a:endParaRPr lang="ru-RU" sz="180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3C42074A-2A66-40C8-BA9E-4C97B6C2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2026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035BF3-F379-4230-ADAD-0D67A84D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Export Note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202679-6595-4663-A854-969937BB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CB5CC355-F6A6-4B5D-BE90-7C2313A8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0850" y="0"/>
            <a:ext cx="2349500" cy="99377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ED0086-1994-01C4-ECE1-45E3FBEBCD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191" t="-5063" r="-585" b="5063"/>
          <a:stretch>
            <a:fillRect/>
          </a:stretch>
        </p:blipFill>
        <p:spPr>
          <a:xfrm>
            <a:off x="554355" y="1248426"/>
            <a:ext cx="5401946" cy="436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0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Технологии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127C79B-F024-434C-825D-15CEE80923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2203360"/>
            <a:ext cx="4626293" cy="3325723"/>
          </a:xfrm>
        </p:spPr>
        <p:txBody>
          <a:bodyPr rtlCol="0"/>
          <a:lstStyle>
            <a:defPPr>
              <a:defRPr lang="ru-RU"/>
            </a:def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800" dirty="0"/>
              <a:t>База данных </a:t>
            </a:r>
            <a:r>
              <a:rPr lang="en-US" sz="1800" dirty="0"/>
              <a:t>SQLAlchemy</a:t>
            </a:r>
          </a:p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ru-RU" sz="1800" dirty="0"/>
              <a:t>Маршруты </a:t>
            </a:r>
            <a:r>
              <a:rPr lang="en-US" sz="1800" dirty="0"/>
              <a:t>Flask</a:t>
            </a:r>
            <a:r>
              <a:rPr lang="ru-RU" sz="1800" dirty="0"/>
              <a:t> </a:t>
            </a:r>
          </a:p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ru-RU" sz="1800" dirty="0"/>
              <a:t>Отдельные маршруты для экспорта файлов</a:t>
            </a:r>
          </a:p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ru-RU" sz="1800" dirty="0"/>
              <a:t>Маршруты </a:t>
            </a:r>
            <a:r>
              <a:rPr lang="en-US" sz="1800" dirty="0"/>
              <a:t>Rest Api</a:t>
            </a:r>
          </a:p>
          <a:p>
            <a:pPr marL="285750" indent="-285750" rtl="0">
              <a:buFont typeface="Wingdings" panose="05000000000000000000" pitchFamily="2" charset="2"/>
              <a:buChar char="v"/>
            </a:pPr>
            <a:r>
              <a:rPr lang="ru-RU" sz="1800" dirty="0"/>
              <a:t>Визуал </a:t>
            </a:r>
            <a:r>
              <a:rPr lang="en-US" sz="1800" dirty="0"/>
              <a:t>Bootstrap</a:t>
            </a:r>
            <a:endParaRPr lang="ru-RU" sz="1800" dirty="0"/>
          </a:p>
          <a:p>
            <a:pPr marL="285750" indent="-285750" rtl="0">
              <a:buFont typeface="Wingdings" panose="05000000000000000000" pitchFamily="2" charset="2"/>
              <a:buChar char="v"/>
            </a:pPr>
            <a:endParaRPr 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37FF388F-9D72-4A3F-AB51-11B7B65E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2026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FF7585-B3E6-4301-983E-6C7185A7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Export Note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375B46-1A54-44B9-BDCF-97B4D675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pPr rtl="0"/>
              <a:t>4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854F3D-6F0D-A99F-011E-5ECDDE17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246" y="2140607"/>
            <a:ext cx="5721554" cy="34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9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Заголовок 48">
            <a:extLst>
              <a:ext uri="{FF2B5EF4-FFF2-40B4-BE49-F238E27FC236}">
                <a16:creationId xmlns:a16="http://schemas.microsoft.com/office/drawing/2014/main" id="{3C4CC1D7-A91E-4CD5-B051-0B202E09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928"/>
            <a:ext cx="10515600" cy="5678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000" dirty="0"/>
              <a:t>Перспективы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C73BB6C-294B-4A13-AFEB-58CFBE6EDC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30330" y="3063015"/>
            <a:ext cx="1826631" cy="731965"/>
          </a:xfrm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Поиск по заметкам</a:t>
            </a:r>
            <a:endParaRPr lang="ru-RU" sz="1200" dirty="0"/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56983C54-58DE-4EC6-A4F8-CC5E0956C5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939917" y="2756181"/>
            <a:ext cx="1826631" cy="1345637"/>
          </a:xfrm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Счётчик заметок пользователя</a:t>
            </a:r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D1B4E94F-ED75-4961-8559-62760ECE77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08380" y="2756180"/>
            <a:ext cx="1826631" cy="1345636"/>
          </a:xfrm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Возможность сделать заметку публичной</a:t>
            </a:r>
          </a:p>
        </p:txBody>
      </p:sp>
      <p:sp>
        <p:nvSpPr>
          <p:cNvPr id="69" name="Текст 68">
            <a:extLst>
              <a:ext uri="{FF2B5EF4-FFF2-40B4-BE49-F238E27FC236}">
                <a16:creationId xmlns:a16="http://schemas.microsoft.com/office/drawing/2014/main" id="{C3FBF82F-DBD2-47F5-B554-7A0405FCE7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19355" y="2785840"/>
            <a:ext cx="1826631" cy="124505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Экспорт сразу всех заметок </a:t>
            </a:r>
            <a:r>
              <a:rPr lang="en-US" dirty="0"/>
              <a:t>zip</a:t>
            </a:r>
            <a:r>
              <a:rPr lang="ru-RU" dirty="0"/>
              <a:t>-архивом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F35F8F81-4111-45BC-A8DD-09578AD0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2026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EF50C5-235C-4A73-924A-E2EC97F7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Export Note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D139B0-AFDC-487D-BA64-66803D0D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18" name="Стрелка: штриховая вправо 17">
            <a:extLst>
              <a:ext uri="{FF2B5EF4-FFF2-40B4-BE49-F238E27FC236}">
                <a16:creationId xmlns:a16="http://schemas.microsoft.com/office/drawing/2014/main" id="{28386EA8-59A5-BA62-1990-1B767AC9BAC8}"/>
              </a:ext>
            </a:extLst>
          </p:cNvPr>
          <p:cNvSpPr/>
          <p:nvPr/>
        </p:nvSpPr>
        <p:spPr>
          <a:xfrm>
            <a:off x="996696" y="2990890"/>
            <a:ext cx="1362456" cy="876213"/>
          </a:xfrm>
          <a:prstGeom prst="strip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013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1F92B90-FD10-47FA-922C-60FD7F0E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926" y="2834640"/>
            <a:ext cx="2428147" cy="59436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Спасибо!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2C8D6180-8574-4A09-9CF3-5DBA4B97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2026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36962E-1AC0-4AE8-9E04-6FECBB97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Export Note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5EF685-39C2-409F-97E3-2C4713F2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F91729D4-A164-47A3-830D-E792BCE699E4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70874D9-3D94-FD15-619C-0C9A29C1B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6" y="961240"/>
            <a:ext cx="3995928" cy="274095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DAF3C5F-7937-3A07-DF00-768FBA011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1" y="2331719"/>
            <a:ext cx="3865382" cy="37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033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97205_TF33468121_Win32" id="{6F724976-C4FF-4CC3-9A37-B2D81AE6887B}" vid="{49C768B3-BC22-4CD8-8A39-4A535AA48E3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0C81F5-4E08-4068-8DC9-6D21305E57B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119E3DC-63DC-4703-A1A6-A21819296C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84E3F0-7763-473A-A672-F70F538DAC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(изображение побережья)</Template>
  <TotalTime>342</TotalTime>
  <Words>139</Words>
  <Application>Microsoft Office PowerPoint</Application>
  <PresentationFormat>Широкоэкранный</PresentationFormat>
  <Paragraphs>45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Wingdings</vt:lpstr>
      <vt:lpstr>Тема Office</vt:lpstr>
      <vt:lpstr>Проект “Export Note”</vt:lpstr>
      <vt:lpstr>Идея</vt:lpstr>
      <vt:lpstr>Функционал</vt:lpstr>
      <vt:lpstr>Технологии</vt:lpstr>
      <vt:lpstr>Перспективы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Арина Минина</dc:creator>
  <cp:lastModifiedBy>Арина Минина</cp:lastModifiedBy>
  <cp:revision>2</cp:revision>
  <dcterms:created xsi:type="dcterms:W3CDTF">2026-05-12T17:17:17Z</dcterms:created>
  <dcterms:modified xsi:type="dcterms:W3CDTF">2026-05-13T14:11:23Z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